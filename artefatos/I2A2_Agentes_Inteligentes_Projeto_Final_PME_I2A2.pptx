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3959E4A-721B-4F8A-A0A7-1F1B49540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Empresas</a:t>
            </a:r>
            <a:r>
              <a:rPr dirty="0"/>
              <a:t> </a:t>
            </a:r>
            <a:r>
              <a:rPr dirty="0" err="1"/>
              <a:t>enfrentam</a:t>
            </a:r>
            <a:r>
              <a:rPr dirty="0"/>
              <a:t> </a:t>
            </a:r>
            <a:r>
              <a:rPr dirty="0" err="1"/>
              <a:t>dificuldades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fornecedores</a:t>
            </a:r>
            <a:r>
              <a:rPr dirty="0"/>
              <a:t> </a:t>
            </a:r>
            <a:r>
              <a:rPr dirty="0" err="1"/>
              <a:t>confiáveis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preços</a:t>
            </a:r>
            <a:r>
              <a:rPr dirty="0"/>
              <a:t> reais de </a:t>
            </a:r>
            <a:r>
              <a:rPr dirty="0" err="1"/>
              <a:t>aquisição</a:t>
            </a:r>
            <a:r>
              <a:rPr dirty="0"/>
              <a:t> (</a:t>
            </a:r>
            <a:r>
              <a:rPr dirty="0" err="1"/>
              <a:t>produto</a:t>
            </a:r>
            <a:r>
              <a:rPr dirty="0"/>
              <a:t> + </a:t>
            </a:r>
            <a:r>
              <a:rPr dirty="0" err="1"/>
              <a:t>tributos</a:t>
            </a:r>
            <a:r>
              <a:rPr dirty="0"/>
              <a:t> + </a:t>
            </a:r>
            <a:r>
              <a:rPr dirty="0" err="1"/>
              <a:t>logística</a:t>
            </a:r>
            <a:r>
              <a:rPr dirty="0"/>
              <a:t>);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Analisar</a:t>
            </a:r>
            <a:r>
              <a:rPr dirty="0"/>
              <a:t> </a:t>
            </a:r>
            <a:r>
              <a:rPr dirty="0" err="1"/>
              <a:t>reputação</a:t>
            </a:r>
            <a:r>
              <a:rPr dirty="0"/>
              <a:t> e performance de </a:t>
            </a:r>
            <a:r>
              <a:rPr dirty="0" err="1"/>
              <a:t>parceiros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Nossa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de </a:t>
            </a:r>
            <a:r>
              <a:rPr dirty="0" err="1"/>
              <a:t>Fornecedores</a:t>
            </a:r>
            <a:r>
              <a:rPr dirty="0"/>
              <a:t> </a:t>
            </a:r>
            <a:r>
              <a:rPr dirty="0" err="1"/>
              <a:t>automatiza</a:t>
            </a:r>
            <a:r>
              <a:rPr dirty="0"/>
              <a:t> a </a:t>
            </a:r>
            <a:r>
              <a:rPr dirty="0" err="1"/>
              <a:t>análise</a:t>
            </a:r>
            <a:r>
              <a:rPr dirty="0"/>
              <a:t> e </a:t>
            </a:r>
            <a:r>
              <a:rPr dirty="0" err="1"/>
              <a:t>comparação</a:t>
            </a:r>
            <a:r>
              <a:rPr dirty="0"/>
              <a:t> de custos </a:t>
            </a:r>
            <a:r>
              <a:rPr dirty="0" err="1"/>
              <a:t>totais</a:t>
            </a:r>
            <a:r>
              <a:rPr dirty="0"/>
              <a:t>,</a:t>
            </a:r>
            <a:r>
              <a:rPr lang="pt-BR" dirty="0"/>
              <a:t> </a:t>
            </a:r>
            <a:r>
              <a:rPr dirty="0" err="1"/>
              <a:t>incluindo</a:t>
            </a:r>
            <a:r>
              <a:rPr dirty="0"/>
              <a:t> </a:t>
            </a:r>
            <a:r>
              <a:rPr dirty="0" err="1"/>
              <a:t>tributos</a:t>
            </a:r>
            <a:r>
              <a:rPr dirty="0"/>
              <a:t> e </a:t>
            </a:r>
            <a:r>
              <a:rPr dirty="0" err="1"/>
              <a:t>frete</a:t>
            </a:r>
            <a:r>
              <a:rPr dirty="0"/>
              <a:t>, </a:t>
            </a:r>
            <a:r>
              <a:rPr dirty="0" err="1"/>
              <a:t>usando</a:t>
            </a:r>
            <a:r>
              <a:rPr dirty="0"/>
              <a:t> dados </a:t>
            </a:r>
            <a:r>
              <a:rPr dirty="0" err="1"/>
              <a:t>públicos</a:t>
            </a:r>
            <a:r>
              <a:rPr dirty="0"/>
              <a:t> e APIs </a:t>
            </a:r>
            <a:r>
              <a:rPr dirty="0" err="1"/>
              <a:t>logísticas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💡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simular</a:t>
            </a:r>
            <a:r>
              <a:rPr dirty="0"/>
              <a:t> e </a:t>
            </a:r>
            <a:r>
              <a:rPr dirty="0" err="1"/>
              <a:t>planejar</a:t>
            </a:r>
            <a:r>
              <a:rPr dirty="0"/>
              <a:t> </a:t>
            </a:r>
            <a:r>
              <a:rPr dirty="0" err="1"/>
              <a:t>compras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estratégicas</a:t>
            </a:r>
            <a:r>
              <a:rPr dirty="0"/>
              <a:t>, </a:t>
            </a:r>
            <a:r>
              <a:rPr dirty="0" err="1"/>
              <a:t>reduzindo</a:t>
            </a:r>
            <a:r>
              <a:rPr dirty="0"/>
              <a:t> custos e </a:t>
            </a:r>
            <a:r>
              <a:rPr dirty="0" err="1"/>
              <a:t>riscos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Diferenciais Competitivos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Cálculo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 de </a:t>
            </a:r>
            <a:r>
              <a:rPr dirty="0" err="1"/>
              <a:t>tributos</a:t>
            </a:r>
            <a:r>
              <a:rPr dirty="0"/>
              <a:t> e </a:t>
            </a:r>
            <a:r>
              <a:rPr dirty="0" err="1"/>
              <a:t>logística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Consulta </a:t>
            </a:r>
            <a:r>
              <a:rPr dirty="0" err="1"/>
              <a:t>pública</a:t>
            </a:r>
            <a:r>
              <a:rPr dirty="0"/>
              <a:t> via </a:t>
            </a:r>
            <a:r>
              <a:rPr dirty="0" err="1"/>
              <a:t>Receita</a:t>
            </a:r>
            <a:r>
              <a:rPr dirty="0"/>
              <a:t> Federal.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Simulações</a:t>
            </a:r>
            <a:r>
              <a:rPr dirty="0"/>
              <a:t> </a:t>
            </a:r>
            <a:r>
              <a:rPr dirty="0" err="1"/>
              <a:t>inteligentes</a:t>
            </a:r>
            <a:r>
              <a:rPr dirty="0"/>
              <a:t> com </a:t>
            </a:r>
            <a:r>
              <a:rPr dirty="0" err="1"/>
              <a:t>estimativas</a:t>
            </a:r>
            <a:r>
              <a:rPr dirty="0"/>
              <a:t> </a:t>
            </a:r>
            <a:r>
              <a:rPr dirty="0" err="1"/>
              <a:t>realistas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Interface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: simples, </a:t>
            </a:r>
            <a:r>
              <a:rPr dirty="0" err="1"/>
              <a:t>intuitiva</a:t>
            </a:r>
            <a:r>
              <a:rPr dirty="0"/>
              <a:t> e </a:t>
            </a:r>
            <a:r>
              <a:rPr dirty="0" err="1"/>
              <a:t>funcional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Base </a:t>
            </a:r>
            <a:r>
              <a:rPr dirty="0" err="1"/>
              <a:t>pronta</a:t>
            </a:r>
            <a:r>
              <a:rPr dirty="0"/>
              <a:t> para </a:t>
            </a:r>
            <a:r>
              <a:rPr dirty="0" err="1"/>
              <a:t>integração</a:t>
            </a:r>
            <a:r>
              <a:rPr dirty="0"/>
              <a:t> com IA </a:t>
            </a:r>
            <a:r>
              <a:rPr dirty="0" err="1"/>
              <a:t>preditiva</a:t>
            </a:r>
            <a:r>
              <a:rPr dirty="0"/>
              <a:t> e APIs </a:t>
            </a:r>
            <a:r>
              <a:rPr dirty="0" err="1"/>
              <a:t>fiscais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Escalabilidade e Potencial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🚀 </a:t>
            </a:r>
            <a:r>
              <a:rPr dirty="0" err="1"/>
              <a:t>Expansão</a:t>
            </a:r>
            <a:r>
              <a:rPr dirty="0"/>
              <a:t> </a:t>
            </a:r>
            <a:r>
              <a:rPr dirty="0" err="1"/>
              <a:t>prevista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Integração</a:t>
            </a:r>
            <a:r>
              <a:rPr dirty="0"/>
              <a:t> com IA para </a:t>
            </a:r>
            <a:r>
              <a:rPr dirty="0" err="1"/>
              <a:t>previsão</a:t>
            </a:r>
            <a:r>
              <a:rPr dirty="0"/>
              <a:t> de custos e </a:t>
            </a:r>
            <a:r>
              <a:rPr dirty="0" err="1"/>
              <a:t>tendências</a:t>
            </a:r>
            <a:r>
              <a:rPr dirty="0"/>
              <a:t> de mercado;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Conexão</a:t>
            </a:r>
            <a:r>
              <a:rPr dirty="0"/>
              <a:t> com APIs </a:t>
            </a:r>
            <a:r>
              <a:rPr dirty="0" err="1"/>
              <a:t>logísticas</a:t>
            </a:r>
            <a:r>
              <a:rPr dirty="0"/>
              <a:t> e </a:t>
            </a:r>
            <a:r>
              <a:rPr dirty="0" err="1"/>
              <a:t>fiscais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real;</a:t>
            </a:r>
          </a:p>
          <a:p>
            <a:pPr marL="0" indent="0">
              <a:buNone/>
            </a:pPr>
            <a:r>
              <a:rPr dirty="0"/>
              <a:t>• Plataforma SaaS para </a:t>
            </a:r>
            <a:r>
              <a:rPr dirty="0" err="1"/>
              <a:t>gestão</a:t>
            </a:r>
            <a:r>
              <a:rPr dirty="0"/>
              <a:t> de </a:t>
            </a:r>
            <a:r>
              <a:rPr dirty="0" err="1"/>
              <a:t>fornecedores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setores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Aplicativo</a:t>
            </a:r>
            <a:r>
              <a:rPr dirty="0"/>
              <a:t> </a:t>
            </a:r>
            <a:r>
              <a:rPr dirty="0" err="1"/>
              <a:t>móvel</a:t>
            </a:r>
            <a:r>
              <a:rPr dirty="0"/>
              <a:t> para </a:t>
            </a:r>
            <a:r>
              <a:rPr dirty="0" err="1"/>
              <a:t>cotações</a:t>
            </a:r>
            <a:r>
              <a:rPr dirty="0"/>
              <a:t> </a:t>
            </a:r>
            <a:r>
              <a:rPr dirty="0" err="1"/>
              <a:t>rápidas</a:t>
            </a:r>
            <a:r>
              <a:rPr dirty="0"/>
              <a:t> e </a:t>
            </a:r>
            <a:r>
              <a:rPr dirty="0" err="1"/>
              <a:t>alertas</a:t>
            </a:r>
            <a:r>
              <a:rPr dirty="0"/>
              <a:t> de </a:t>
            </a:r>
            <a:r>
              <a:rPr dirty="0" err="1"/>
              <a:t>variação</a:t>
            </a:r>
            <a:r>
              <a:rPr dirty="0"/>
              <a:t> de </a:t>
            </a:r>
            <a:r>
              <a:rPr dirty="0" err="1"/>
              <a:t>preços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💰 </a:t>
            </a:r>
            <a:r>
              <a:rPr dirty="0" err="1"/>
              <a:t>Redução</a:t>
            </a:r>
            <a:r>
              <a:rPr dirty="0"/>
              <a:t> de </a:t>
            </a:r>
            <a:r>
              <a:rPr dirty="0" err="1"/>
              <a:t>até</a:t>
            </a:r>
            <a:r>
              <a:rPr dirty="0"/>
              <a:t> 20% </a:t>
            </a:r>
            <a:r>
              <a:rPr dirty="0" err="1"/>
              <a:t>nos</a:t>
            </a:r>
            <a:r>
              <a:rPr dirty="0"/>
              <a:t> custos de </a:t>
            </a:r>
            <a:r>
              <a:rPr dirty="0" err="1"/>
              <a:t>aquisição</a:t>
            </a:r>
            <a:r>
              <a:rPr dirty="0"/>
              <a:t>;</a:t>
            </a:r>
          </a:p>
          <a:p>
            <a:r>
              <a:rPr dirty="0"/>
              <a:t>📈 </a:t>
            </a:r>
            <a:r>
              <a:rPr dirty="0" err="1"/>
              <a:t>Aumento</a:t>
            </a:r>
            <a:r>
              <a:rPr dirty="0"/>
              <a:t> da </a:t>
            </a:r>
            <a:r>
              <a:rPr dirty="0" err="1"/>
              <a:t>eficiência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negociações</a:t>
            </a:r>
            <a:r>
              <a:rPr dirty="0"/>
              <a:t> B2B;</a:t>
            </a:r>
          </a:p>
          <a:p>
            <a:r>
              <a:rPr dirty="0"/>
              <a:t>🔍 </a:t>
            </a:r>
            <a:r>
              <a:rPr dirty="0" err="1"/>
              <a:t>Transparência</a:t>
            </a:r>
            <a:r>
              <a:rPr dirty="0"/>
              <a:t> e </a:t>
            </a:r>
            <a:r>
              <a:rPr dirty="0" err="1"/>
              <a:t>segurança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relações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;</a:t>
            </a:r>
          </a:p>
          <a:p>
            <a:r>
              <a:rPr dirty="0"/>
              <a:t>🌍 </a:t>
            </a:r>
            <a:r>
              <a:rPr dirty="0" err="1"/>
              <a:t>Escalável</a:t>
            </a:r>
            <a:r>
              <a:rPr dirty="0"/>
              <a:t> para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regiões</a:t>
            </a:r>
            <a:r>
              <a:rPr dirty="0"/>
              <a:t> e </a:t>
            </a:r>
            <a:r>
              <a:rPr dirty="0" err="1"/>
              <a:t>segmentos</a:t>
            </a:r>
            <a:r>
              <a:rPr dirty="0"/>
              <a:t> de mercado.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191970"/>
                </a:solidFill>
              </a:defRPr>
            </a:pPr>
            <a:r>
              <a:t>Obrigado!</a:t>
            </a:r>
          </a:p>
          <a:p>
            <a:pPr algn="ctr">
              <a:defRPr sz="2000"/>
            </a:pPr>
            <a:endParaRPr/>
          </a:p>
          <a:p>
            <a:r>
              <a:t>Vanice Gomes</a:t>
            </a:r>
          </a:p>
          <a:p>
            <a:r>
              <a:t>Agente Inteligente de Fornecedores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226</Words>
  <Application>Microsoft Office PowerPoint</Application>
  <PresentationFormat>Apresentação na tela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Problema de Mercado</vt:lpstr>
      <vt:lpstr>Nossa Solução</vt:lpstr>
      <vt:lpstr>Diferenciais Competitivos</vt:lpstr>
      <vt:lpstr>Escalabilidade e Potencial</vt:lpstr>
      <vt:lpstr>Impacto Esperado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Usuário</dc:creator>
  <cp:keywords/>
  <dc:description>generated using python-pptx</dc:description>
  <cp:lastModifiedBy>Vanice Gomes</cp:lastModifiedBy>
  <cp:revision>3</cp:revision>
  <dcterms:created xsi:type="dcterms:W3CDTF">2013-01-27T09:14:16Z</dcterms:created>
  <dcterms:modified xsi:type="dcterms:W3CDTF">2025-11-01T17:11:08Z</dcterms:modified>
  <cp:category/>
</cp:coreProperties>
</file>